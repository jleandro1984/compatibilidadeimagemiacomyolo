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284C7"/>
                </a:solidFill>
              </a:rPr>
              <a:t>APRESENTAÇÃO TÉCNICA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899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600" b="1">
                <a:solidFill>
                  <a:srgbClr val="0F172A"/>
                </a:solidFill>
              </a:rPr>
              <a:t>ShelfVision MVP</a:t>
            </a:r>
          </a:p>
          <a:p>
            <a:r>
              <a:rPr sz="2400">
                <a:solidFill>
                  <a:srgbClr val="334155"/>
                </a:solidFill>
              </a:rPr>
              <a:t>Detecção de Marcas em Gôndola com IA Híbrida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274320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39496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334155"/>
                </a:solidFill>
              </a:rPr>
              <a:t>Frontend local + Backend YOLO opcional | Relatório orientado a evidências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0F172A"/>
                </a:solidFill>
              </a:rPr>
              <a:t>Visão Geral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334155"/>
                </a:solidFill>
              </a:rPr>
              <a:t>ShelfVision MVP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274320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Análise de gôndola com IA híbrida: local + backend opcional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Entrega relatório com marcas, contagem, layout e confiança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Opera sem servidor e melhora precisão com YOLO ativo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0F172A"/>
                </a:solidFill>
              </a:rPr>
              <a:t>Problema de Negócio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334155"/>
                </a:solidFill>
              </a:rPr>
              <a:t>Por que isso importa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274320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Auditoria manual é lenta e subjetiva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Dificuldade de padronizar leitura por marca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Necessidade de resposta rápida no PDV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Solução gera análise rastreável por evidências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0F172A"/>
                </a:solidFill>
              </a:rPr>
              <a:t>Arquitetura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334155"/>
                </a:solidFill>
              </a:rPr>
              <a:t>Fluxo ponta a ponta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274320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Upload da imagem no frontend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Consulta opcional ao backend YOLO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Execução local de COCO-SSD, OCR e heurísticas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Fusão de sinais e geração de relatório final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0F172A"/>
                </a:solidFill>
              </a:rPr>
              <a:t>IAs Utilizadas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334155"/>
                </a:solidFill>
              </a:rPr>
              <a:t>Responsabilidade de cada camada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274320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YOLOv8 custom: detecção direta de marcas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COCO-SSD: objetos e embalagens genéricas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Tesseract OCR: leitura de texto e logo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USE + heurísticas: compatibilidade e reforço visual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0F172A"/>
                </a:solidFill>
              </a:rPr>
              <a:t>Regra de Decisão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334155"/>
                </a:solidFill>
              </a:rPr>
              <a:t>Prioridade de confiança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274320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1) YOLO acima do threshold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2) OCR + catálogo de marcas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3) Heurísticas de cor e repetição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Sem evidência suficiente: Marca não identificada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0F172A"/>
                </a:solidFill>
              </a:rPr>
              <a:t>YOLO na Prática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334155"/>
                </a:solidFill>
              </a:rPr>
              <a:t>Como funciona no projeto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274320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Inferência em única passada na imagem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Saída por objeto: classe, confiança e caixa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Filtro por confidence e IoU (NMS)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API retorna label, confidence e bbox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0F172A"/>
                </a:solidFill>
              </a:rPr>
              <a:t>Treinamento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334155"/>
                </a:solidFill>
              </a:rPr>
              <a:t>Setup atual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274320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Dataset em formato YOLO com split train/val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Configuração central em data.yaml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Treino com yolov8n base via train-model.py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Parâmetros atuais: 50 épocas, 640px, patience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0F172A"/>
                </a:solidFill>
              </a:rPr>
              <a:t>Artefatos do Treino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334155"/>
                </a:solidFill>
              </a:rPr>
              <a:t>O que é gerado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274320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weights best.pt e last.pt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results.csv por época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Curvas PR, F1 e matriz de confusão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best.pt copiado para backend/model para inferência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0F172A"/>
                </a:solidFill>
              </a:rPr>
              <a:t>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334155"/>
                </a:solidFill>
              </a:rPr>
              <a:t>Inferência e operação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274320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FastAPI com endpoints health e detect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Modo mock para integração rápida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Modo real com modelo treinado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Configuração por variáveis de ambiente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0F172A"/>
                </a:solidFill>
              </a:rPr>
              <a:t>Frontend e Relatório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334155"/>
                </a:solidFill>
              </a:rPr>
              <a:t>Entrega para o usuário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274320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Upload, preview e execução híbrida opcional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Consolidação por fonte YOLO, OCR, Visual e COCO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Resumo com contagem e distribuição na prateleira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Confiança por marca e observações de evidência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0F172A"/>
                </a:solidFill>
              </a:rPr>
              <a:t>Demo em 3 Minutos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334155"/>
                </a:solidFill>
              </a:rPr>
              <a:t>Roteiro recomendado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274320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Subir frontend e backend real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Ativar YOLO e testar conexão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Analisar uma imagem e mostrar o relatório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Repetir com backend desligado para mostrar fallback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0F172A"/>
                </a:solidFill>
              </a:rPr>
              <a:t>Riscos e Limitações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334155"/>
                </a:solidFill>
              </a:rPr>
              <a:t>Visão sênior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274320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Dataset ainda pequeno para produção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OCR sensível a oclusão e baixa qualidade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Balanceamento de classes ainda crítico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Threshold por marca tende a melhorar precisão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0F172A"/>
                </a:solidFill>
              </a:rPr>
              <a:t>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334155"/>
                </a:solidFill>
              </a:rPr>
              <a:t>Roadmap técnico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274320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Expandir dataset e cenários de captura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Comparar yolov8m e yolov8l em precisão x latência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Versionar experimentos e métricas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Avaliar exportação ONNX ou TensorFlow.js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0F172A"/>
                </a:solidFill>
              </a:rPr>
              <a:t>Conclusão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334155"/>
                </a:solidFill>
              </a:rPr>
              <a:t>Mensagem final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274320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6070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MVP funcional já entrega valor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Arquitetura híbrida aumenta resiliência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Multimodelo melhora assertividade</a:t>
            </a:r>
          </a:p>
          <a:p>
            <a:pPr algn="l">
              <a:spcAft>
                <a:spcPts val="1400"/>
              </a:spcAft>
            </a:pPr>
            <a:r>
              <a:rPr sz="2400">
                <a:solidFill>
                  <a:srgbClr val="1E293B"/>
                </a:solidFill>
              </a:rPr>
              <a:t>• Maior ganho futuro está em escala de dados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600" b="1">
                <a:solidFill>
                  <a:srgbClr val="0F172A"/>
                </a:solidFill>
              </a:rPr>
              <a:t>Obrigado</a:t>
            </a:r>
          </a:p>
          <a:p>
            <a:r>
              <a:rPr sz="2400">
                <a:solidFill>
                  <a:srgbClr val="334155"/>
                </a:solidFill>
              </a:rPr>
              <a:t>Perguntas e próximos passos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